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Inter"/>
              </a:rPr>
              <a:t>COMPUTER SCIENCE &amp;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Inter"/>
              </a:rPr>
              <a:t>Implementation of FCFS Algorithm for Subject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Inter"/>
              </a:rPr>
              <a:t>A High-Concurrency Concurrency-Safe Registration System using Pessimistic 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</a:rPr>
              <a:t>PRESENTED BY
Priyansee Mukeshkumar Soni
ID: 202511011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</a:rPr>
              <a:t>SUPERVISED BY
Prof. P M Jat
M.Tech ICT, DAU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Problem Statement: The Race Condition
• Barging &amp; Fairness Violation
• Motivation: Why this Matters
• Design Objectives
• Technology Stack
• System Architecture Overview
• Architecture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• Database Design &amp; Schema
• The Three-Phase FCFS Algorithm
• Phase 0: The Wait-Free Doorway
• Phase 1 &amp; 2: Locking &amp; Commit
• Concurrency Handling Visualization
• Deadlock Prevention Strategy
• Case Study: Hibernate Cache Bug
• Results &amp; Key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The Problem: Transactional Race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</a:rPr>
              <a:t>Concurrent read-modify-write operations lead to 'Lost Updates'.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572000" cy="548640"/>
          </a:xfrm>
          <a:prstGeom prst="rect">
            <a:avLst/>
          </a:prstGeom>
          <a:solidFill>
            <a:srgbClr val="F0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T1: READ (Seats=1) ... WRITE (Seats=0)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200400"/>
            <a:ext cx="4572000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T2: READ (Seats=1) ... WRITE (Seats=0)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C2626"/>
                </a:solidFill>
                <a:latin typeface="Inter"/>
              </a:rPr>
              <a:t>⚠ RESULT: Two students allocated to one seat (Overbooking)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3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Barging &amp; Fairness Violation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</a:rPr>
              <a:t>Optimistic locking with retries destroys the 'First-Come-First-Serve' requirement.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S1 (t=0)
Collides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A1A1A"/>
                </a:solidFill>
                <a:latin typeface="Inter"/>
              </a:rP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86000"/>
            <a:ext cx="2743200" cy="9144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S2 (t=50)
Succeeds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1A1A1A"/>
                </a:solidFill>
                <a:latin typeface="Inter"/>
              </a:rP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286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S1 (t=100)
Slot Full!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FCFS fairness violated: Later arrivals overtake earlier 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4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Motivation: Why this Problem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91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Engineered Spike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Registration windows concentrate hundreds of writes into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91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High Stakes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Seat priority maps directly to graduation planning — wrong outcomes are consequential.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91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Existing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Many portals rely on app-layer checks, leaving overbooking as a real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5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Design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Zero Overbooking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No course should ever have more enrolled students than its seat 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FCFS 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Requests that arrive earlier must be served before later 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Atomicity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A student is enrolled in all courses within a slot, or none.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Deadlock Freedom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Concurrent transactions must never stall each other.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6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Java 21 (LTS)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Spring Boot 3.x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PostgreSQL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3716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Hibernate 6 / JPA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HikariCP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2004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Thymeleaf / HTML5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Maven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00400"/>
            <a:ext cx="22860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Inter"/>
              </a:rPr>
              <a:t>Embedded Tomcat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7 /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System Architecture –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Inter"/>
              </a:rPr>
              <a:t>Browser (Thymeleaf)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37744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Inter"/>
              </a:rPr>
              <a:t>Web: RegistrationController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38328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Inter"/>
              </a:rPr>
              <a:t>Service: AllocationService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38912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Inter"/>
              </a:rPr>
              <a:t>Data: Spring Data JPA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53949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Inter"/>
              </a:rPr>
              <a:t>Database: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8 /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Architectural Component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45720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AllocationService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The 'Logic Heart'. Manages the 3-phase algorithm and transaction boundaries.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45720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Spring Data JPA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Translates logic into SELECT FOR UPDATE SQL statements.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45720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Maintains physical row-level locks and wait-queues.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657600"/>
            <a:ext cx="45720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3840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Hibernate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Manages L1 cache. Fix involves bypassing this during identification.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9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Database Design – Full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courses
- crsid (PK)
- crsname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termcourses
- tcrid (PK)
- crsid (FK)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termcourseavailablefor
- tcaid (PK)
- tcrid (FK)
- tca_seats
- tca_booked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studentregistration
- srgid (PK)
- srgstdid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657600"/>
            <a:ext cx="3200400" cy="1828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74903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studentregistrationcourses
- srcid (PK)
- srcsrgid (FK)
- srctcrid (FK)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10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FCFS Algorithm – Hero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Inter"/>
              </a:rPr>
              <a:t>Phase 0: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dirty="0">
                <a:solidFill>
                  <a:srgbClr val="1A1A1A"/>
                </a:solidFill>
                <a:latin typeface="Inter"/>
              </a:rPr>
              <a:t>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Inter"/>
              </a:rPr>
              <a:t>Phase 1: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4841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dirty="0">
                <a:solidFill>
                  <a:srgbClr val="1A1A1A"/>
                </a:solidFill>
                <a:latin typeface="Inter"/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Inter"/>
              </a:rPr>
              <a:t>Phase 2: 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11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Phase 0: The Wait-Free Doorway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List&lt;Long&gt; tcafIds = repo.findTcaIdsBySlot(slotId);
if (registrationRepo.exists(...)) throw Exception();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</a:rPr>
              <a:t>Why 'Wait-Free'? Threads execute this simultaneously without blocking. It identifies the 'Locking Set'.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Phase 1 &amp; 2: 2PL Serialization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Collections.sort(tcafIds);
for (Long id : tcafIds) {
  em.find(Tcaf.class, id, PESSIMISTIC_WRITE);
}
if (avail) { update(); save();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</a:rPr>
              <a:t>SELECT FOR UPDATE forces threads into a queue, matching FCFS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Concurrency: Holder vs. Waiters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Inter"/>
              </a:rPr>
              <a:t>T1: LOCK HOLDER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A500"/>
                </a:solidFill>
                <a:latin typeface="Inter"/>
              </a:rPr>
              <a:t>T2: WAITING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Inter"/>
              </a:rPr>
              <a:t>T3: WAITING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14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Deadlock Prevention: Global Ordering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Circular Wait (X) vs Global Ordering (✓)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572000" cy="2743200"/>
          </a:xfrm>
          <a:prstGeom prst="rect">
            <a:avLst/>
          </a:prstGeom>
          <a:noFill/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  <a:latin typeface="Inter"/>
              </a:rPr>
              <a:t>T1 locks A, wants B
T2 locks B, wants A
-&gt; HANGS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4572000" cy="2743200"/>
          </a:xfrm>
          <a:prstGeom prst="rect">
            <a:avLst/>
          </a:prstGeom>
          <a:noFill/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A34A"/>
                </a:solidFill>
                <a:latin typeface="Inter"/>
              </a:rPr>
              <a:t>Sorting: A &lt; B
T1 locks A, then B
T2 waits for A
-&gt;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15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Hibernate Cache Bug: Stale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0" dirty="0">
                <a:solidFill>
                  <a:srgbClr val="1A1A1A"/>
                </a:solidFill>
                <a:latin typeface="Inter"/>
              </a:rPr>
              <a:t>Problem: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originally called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findTcafBySlot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loading full TCAF entities. Hibernate stored these in the session-level identity map. When Phase 1 issued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findTcafByIdWithLock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tcaId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the same PKs, Hibernate returned cached instances without contacting PostgreSQL at all. The SELECT FOR UPDATE was never executed. Seat checks ran against stale data → overbooking reproduced.</a:t>
            </a:r>
            <a:r>
              <a:rPr sz="2400" b="0" dirty="0">
                <a:solidFill>
                  <a:srgbClr val="1A1A1A"/>
                </a:solidFill>
                <a:latin typeface="Inter"/>
              </a:rPr>
              <a:t>
Solution: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Phase 0 to call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findTcaIdsBySlot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projecting ONLY a List&lt;Long&gt;. With no entity in the session cache, each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findTcafByIdWithLock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in Phase 1 performs a genuine PostgreSQL round-trip. The SELECT FOR UPDATE reaches the database as intended. This single query change was the difference between reproducible overbooking and zero anomalies across 100 concurrent threads.</a:t>
            </a:r>
            <a:endParaRPr lang="en-US" sz="2400" dirty="0"/>
          </a:p>
          <a:p>
            <a:pPr algn="ctr"/>
            <a:endParaRPr sz="2400" b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Empirical Results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286000" cy="2286000"/>
          </a:xfrm>
          <a:prstGeom prst="rect">
            <a:avLst/>
          </a:prstGeom>
          <a:noFill/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Inter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Allocated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286000"/>
            <a:ext cx="2286000" cy="2286000"/>
          </a:xfrm>
          <a:prstGeom prst="rect">
            <a:avLst/>
          </a:prstGeom>
          <a:noFill/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Inter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Rejected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2286000" cy="2286000"/>
          </a:xfrm>
          <a:prstGeom prst="rect">
            <a:avLst/>
          </a:prstGeom>
          <a:noFill/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Overbooked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286000"/>
            <a:ext cx="2286000" cy="2286000"/>
          </a:xfrm>
          <a:prstGeom prst="rect">
            <a:avLst/>
          </a:prstGeom>
          <a:noFill/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Inter"/>
              </a:rPr>
              <a:t>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17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Other Key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ddl-auto=validate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Refuses to start on schema mismatch — protects shared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termid=78 hardcoded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Scopes all queries to the active academic term.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Inter"/>
              </a:rPr>
              <a:t>HikariCP max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Inter"/>
              </a:rPr>
              <a:t>Caps the connection pool; threads queue for connections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18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5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Inter"/>
              </a:rPr>
              <a:t>Elective registration is a test of database integrity.
Pessimistic locking achieved 100% safety with zero overbookings.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A1A1A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Inter"/>
              </a:rPr>
              <a:t>Questions? Discussions? Feedback?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Inter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Inter"/>
              </a:rPr>
              <a:t>M.Tech Minor Project Defense | Priyansee Mukeshkumar Soni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1204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Priyansee Soni</cp:lastModifiedBy>
  <cp:revision>2</cp:revision>
  <dcterms:created xsi:type="dcterms:W3CDTF">2013-01-27T09:14:16Z</dcterms:created>
  <dcterms:modified xsi:type="dcterms:W3CDTF">2026-05-11T10:42:06Z</dcterms:modified>
  <cp:category/>
</cp:coreProperties>
</file>