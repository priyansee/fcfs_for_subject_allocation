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Subject Allocation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Implementation of First Come First Serve Algorithm</a:t>
            </a:r>
          </a:p>
          <a:p/>
          <a:p>
            <a:r>
              <a:t>Soni Priyansee Mukeshkumar (ID: 202511011)</a:t>
            </a:r>
          </a:p>
          <a:p>
            <a:r>
              <a:t>MTech (ICT), Dhirubhai Ambani University</a:t>
            </a:r>
          </a:p>
          <a:p>
            <a:r>
              <a:t>Guide: Prof. P M Jat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The 'What'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Elective registration creates massive, concentrated traffic spikes.</a:t>
            </a:r>
          </a:p>
          <a:p>
            <a:pPr>
              <a:defRPr sz="1800"/>
            </a:pPr>
            <a:r>
              <a:t>Hundreds of students compete for limited seats simultaneously.</a:t>
            </a:r>
          </a:p>
          <a:p>
            <a:pPr>
              <a:defRPr sz="1800"/>
            </a:pPr>
            <a:r>
              <a:t>Systems must handle extreme concurrency without double-booking.</a:t>
            </a:r>
          </a:p>
          <a:p>
            <a:pPr>
              <a:defRPr sz="1800"/>
            </a:pPr>
            <a:r>
              <a:t>Unlike routine database writes, this requires specialized transactional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Statement: The 'Why'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Lost Update Anomaly: Two concurrent transactions read the same available seat and both book it.</a:t>
            </a:r>
          </a:p>
          <a:p>
            <a:pPr>
              <a:defRPr sz="1800"/>
            </a:pPr>
            <a:r>
              <a:t>Thread Barging: Optimistic locking (retry-based) destroys fairness. Later requests can overtake earlier ones.</a:t>
            </a:r>
          </a:p>
          <a:p>
            <a:pPr>
              <a:defRPr sz="1800"/>
            </a:pPr>
            <a:r>
              <a:t>Requirement: A strictly fair (First-Come-First-Serve) mechanism that ensures serialization.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Tech Stack (How)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Framework: Java 21, Spring Boot 3.5, Hibernate 6/Spring Data JPA.</a:t>
            </a:r>
          </a:p>
          <a:p>
            <a:pPr>
              <a:defRPr sz="1800"/>
            </a:pPr>
            <a:r>
              <a:t>Database: PostgreSQL with HikariCP (Max 20 connections).</a:t>
            </a:r>
          </a:p>
          <a:p>
            <a:pPr>
              <a:defRPr sz="1800"/>
            </a:pPr>
            <a:r>
              <a:t>Layered Design: MVC controllers, transactional Service layer, and JPA repositories.</a:t>
            </a:r>
          </a:p>
          <a:p>
            <a:pPr>
              <a:defRPr sz="1800"/>
            </a:pPr>
            <a:r>
              <a:t>Safety Measure: ddl-auto=validate prevents silent schema alterations in production.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 &amp; Lock Granularity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Key Tables: courses, termcourses, termcourseavailablefor (TCAF), studentregistrationcourses.</a:t>
            </a:r>
          </a:p>
          <a:p>
            <a:pPr>
              <a:defRPr sz="1800"/>
            </a:pPr>
            <a:r>
              <a:t>Strategic Decision: Seat inventory resides in TCAF rather than the master course table.</a:t>
            </a:r>
          </a:p>
          <a:p>
            <a:pPr>
              <a:defRPr sz="1800"/>
            </a:pPr>
            <a:r>
              <a:t>Lock Granularity: Locks are acquired at the student-group-course level.</a:t>
            </a:r>
          </a:p>
          <a:p>
            <a:pPr>
              <a:defRPr sz="1800"/>
            </a:pPr>
            <a:r>
              <a:t>Benefit: Prevents cross-group blocking, minimizing overall waiting time during peak spikes.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FCFS Algorithm (How)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Phase 0 (Validation): Wait-free doorway. Validates enrollment status and fetches only TCAF IDs.</a:t>
            </a:r>
          </a:p>
          <a:p>
            <a:pPr>
              <a:defRPr sz="1800"/>
            </a:pPr>
            <a:r>
              <a:t>Phase 1 (Growing Phase): Sorts IDs to prevent deadlock, then acquires locks (SELECT FOR UPDATE).</a:t>
            </a:r>
          </a:p>
          <a:p>
            <a:pPr>
              <a:defRPr sz="1800"/>
            </a:pPr>
            <a:r>
              <a:t>Phase 2 (Modify Phase): Atomic write. Increments booked seats and inserts registration records.</a:t>
            </a:r>
          </a:p>
          <a:p>
            <a:pPr>
              <a:defRPr sz="1800"/>
            </a:pPr>
            <a:r>
              <a:t>All writes are enclosed in a single @Transactional boundary for atomicity.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Ensuring Concurrency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Pessimistic Row Locking: SELECT FOR UPDATE seals the read-modify-write gap.</a:t>
            </a:r>
          </a:p>
          <a:p>
            <a:pPr>
              <a:defRPr sz="1800"/>
            </a:pPr>
            <a:r>
              <a:t>Deadlock Prevention: Ordered ID acquisition ensures threads don't wait in circular dependencies.</a:t>
            </a:r>
          </a:p>
          <a:p>
            <a:pPr>
              <a:defRPr sz="1800"/>
            </a:pPr>
            <a:r>
              <a:t>Transaction Atomicity: If one course in a slot fails, the entire slot rolls 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Empirical Results &amp; Stress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Setup: 100 simultaneous threads via CountDownLatch against a 20-seat slot.</a:t>
            </a:r>
          </a:p>
          <a:p>
            <a:pPr>
              <a:defRPr sz="1800"/>
            </a:pPr>
            <a:r>
              <a:t>Outcome: Exactly 20 successful allocations, 80 'Slot Full' rejections.</a:t>
            </a:r>
          </a:p>
          <a:p>
            <a:pPr>
              <a:defRPr sz="1800"/>
            </a:pPr>
            <a:r>
              <a:t>Overbooking Observed: 0.</a:t>
            </a:r>
          </a:p>
          <a:p>
            <a:pPr>
              <a:defRPr sz="1800"/>
            </a:pPr>
            <a:r>
              <a:t>Duplicate Registrations Observed: 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Challenge: Hibernate Cache Bug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Issue: Phase 0 initially fetched full entities, caching them in the Hibernate session.</a:t>
            </a:r>
          </a:p>
          <a:p>
            <a:pPr>
              <a:defRPr sz="1800"/>
            </a:pPr>
            <a:r>
              <a:t>Result: Phase 1 lock requests bypassed PostgreSQL, reading stale cached data and allowing overbooking.</a:t>
            </a:r>
          </a:p>
          <a:p>
            <a:pPr>
              <a:defRPr sz="1800"/>
            </a:pPr>
            <a:r>
              <a:t>Fix: Modified Phase 0 to project only primary keys, forcing Phase 1 to execute genuine DB round-trips.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Conclusion: A mathematically safe registration system was achieved using relational tools.</a:t>
            </a:r>
          </a:p>
          <a:p>
            <a:pPr>
              <a:defRPr sz="1800"/>
            </a:pPr>
            <a:r>
              <a:t>Future Scope 1: Tune HikariCP connection pool for massive university-wide scale.</a:t>
            </a:r>
          </a:p>
          <a:p>
            <a:pPr>
              <a:defRPr sz="1800"/>
            </a:pPr>
            <a:r>
              <a:t>Future Scope 2: Decouple reservations using Redis Lua scripts for non-blocking atomic operations.</a:t>
            </a:r>
          </a:p>
          <a:p>
            <a:pPr>
              <a:defRPr sz="1800"/>
            </a:pPr>
            <a:r>
              <a:t>Future Scope 3: Explore distributed coordination (Redlock/ZooKeeper) for multi-node deployments.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